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gzoyvDpKhhiAygAF/M83eWhQX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 O projeto que vou apresentar é o Travel Buddy — uma aplicação que junta hotéis, voos e meteorologia numa única pesquisa."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"Planear uma viagem normalmente obriga a abrir várias plataformas separadas: uma para o hotel, outra para o voo, outra para ver se vai chover no destino. O Travel Buddy resolve isto agregando tudo numa única pesquisa.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projeto serve para demonstrar a integração de sistemas heterogéneos numa stack coesa: APIs externas, base de dados, autenticação federada e containers, tudo a trabalhar em conjunto."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"Antes de entrar na arquitetura técnica, um tour rápido pela aplicação — são só cinco páginas.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página inicial apresenta o produto e redireciona para login ou pesquisa, dependendo se o utilizador já está autenticado.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login, entra-se com a conta Google — não há registo próprio na aplicação.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/search preenche-se a pesquisa: cidade, datas, e opcionalmente os aeroportos com autocomplete.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página de resultados mostra hotéis, voos e meteorologia, com um pequeno polling enquanto os dados ainda estão a ser recolhidos. E em /viagens consulta as viagens guardadas."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"Esta é a arquitetura geral. O pedido do browser chega ao TravelBuddyController, que delega tudo ao TripSearchService: este chama os quatro serviços seguintes e junta os resultados numa única resposta.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serviço fala com uma API externa diferente: o Geocoding usa o Geoapify para converter o nome da cidade em coordenadas; o serviço de Hotéis usa a Booking.com; a Meteorologia usa o OpenWeatherMap; e os Voos usam o Google Flights.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fora deste fluxo principal, há ainda dois componentes de suporte: o ViagemService que persiste no PostgreSQL, e o SecurityConfig que trata da autenticação via Google."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"Aqui trata-se um fluxo de pesquísa assíncrono.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se submete o formulário, o POST /pesquisar gera um UUID eprocessa a pesquisa de forma assíncrona. o browser é redirecionado de imediato para a página de resultados — sem esperar pelas APIs.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Enquanto se espera pelo resultado dos pedidos, a página apresenta um efeito de shimmer enquanto espera, e só renderiza hotéis, voos e meteorologia quando a pesquisa estiver mesmo concluída."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"Resumindo o que a aplicação efetivamente oferece: pesquisa de hotéis em tempo real; voos de ida e regresso, em que o regresso é pesquisado on-demand a partir de um next_token devolvido no resultado de pesquisa de voos de ida; meteorologia para o destino exato; e por fim, histórico de viagens guardadas por utilizador autenticado."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"Passando agora para a organização do código. O SecurityConfig define as regras de acesso e a autenticação via Google. O application.yml centraliza toda a configuração — nomeadamente, todas as chaves de API são lidas de variáveis de ambiente, nunca estão escritas no código. E o TravelBuddyController é o único controller da aplicação: trata tanto das rotas web como dos endpoints."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 lógica está dividida em oito serviços, cada um com uma responsabilidade única. Já vimos os quatro principais — Geocoding, Hotéis, Meteorologia e Voos — orquestrados pelo TripSearchService.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 há três de suporte: o AeroportoService carrega uma lista de aeroportos a partir de um CSV local, em memória, no arranque da aplicação — por isso o autocomplete de aeroportos não depende de nenhuma API externa. O ResultadoCache guarda os resultados das pesquisas em memória, com um tempo de vida de 10 minutos. E o ViagemService trata do CRUD de viagens guardadas, sempre isolado por utilizador."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"No modelo de dados, a classe Viagem é a entidade persistida na base de dados — agrega o hotel escolhido, o voo de ida, o voo de regresso e a meteorologia, tudo numa só tabela.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restantes são DTOs — Data Transfer Objects: classes cuja única função é transportar dados entre camadas, sem lógica própria. O TripResponseDTO é o resultado agregado de uma pesquisa; o SearchRequestDTO representa os dados do formulário; e depois há um DTO específico para cada domínio — hotel, voo, meteorologia, coordenadas e aeroporto."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"Aqui estão as integrações externas que tornam tudo isto possível.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autenticação é feita via Google OAuth2 — sem registo local; o nome, email e foto vêm diretamente do Google. O Geocoding, via Geoapify, converte o nome da cidade em coordenadas, que depois alimentam tanto o mapa como a meteorologia. Os hotéis vêm da Booking.com, através de dois pedidos encadeados — primeiro resolve-se o destino, depois pesquisam-se os hotéis nesse destino. A meteorologia vem do OpenWeatherMap, com uma previsão de 5 dias. E os voos vêm do Google Flights, com o regresso paginado por next_token, como já expliquei.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fim, o mapa usa marcadores do OpenStreetMap. O servidor só envia as coordenadas dos hotéis; é o próprio browser que desenha o mapa. E por isso não precisa de nenhuma chave de API, ao contrário do Google Maps."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“Abordando a base dados, a classe Viagem está anotada com @Entity, é mapeada automaticamente para a tabela 'viagens' no PostgreSQL. O ViagemRepository extende um jpareporitory— o Spring Data JPA lê o nome dos métodos e gera as queries SQL sozinho.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Tudo isto corre dentro de um docker-compose com três serviços: o postgres, que é a base de dados; o pgAdmin, para gerir essa base de dados visualmente; e a própria app Spring Boot. E todas as credenciais — chaves de API, password da base de dados, OAuth2 — são injetadas por variáveis de ambiente, nunca ficam escritas no código."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 utilizador nunca cria conta própria no Travel Buddy — o nome, email e foto vêm sempre do Google, através do OAuth2.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em termos de isolamento de dados, a entidade Viagem agrega hotel, voo de ida, voo de regresso e meteorologia numa única tabela, e tanto listar como apagar viagens filtram sempre pelo email do utilizador autenticado — garantindo que ninguém vê ou apaga viagens de outra pessoa."</a:t>
            </a:r>
            <a:endParaRPr b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XywNwV_p1-FxZIVXiys8jaglYIhiUB--/view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45720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✈️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Travel Buddy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Hotéis, voos e meteorologia numa só pesquisa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Pós-Graduação Data Science and Digital Transformation · Integração de Sistemas · 2025/26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MOTIVAÇÃO E OBJETIVO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Planear uma viagem não devia exigir cinco abas abertas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548640" y="1691640"/>
            <a:ext cx="8046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Hoje, planear uma viagem implica consultar várias plataformas separadas: uma para hotéis, outra para voos, outra ainda para a meteorologia do destino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 Travel Buddy agrega tudo numa única pesquisa, integrando várias APIs externas heterogéneas numa experiência só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Objetivo académico: demonstrar a integração de sistemas numa </a:t>
            </a:r>
            <a:r>
              <a:rPr i="1"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coesa (APIs externas, base de dados, autenticação e </a:t>
            </a:r>
            <a:r>
              <a:rPr i="1"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containers</a:t>
            </a: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40080" y="4343400"/>
            <a:ext cx="1828800" cy="5029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640080" y="4343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🏨  Hotéis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2651760" y="4343400"/>
            <a:ext cx="1828800" cy="5029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2651760" y="4343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✈️  Voos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663440" y="4343400"/>
            <a:ext cx="1828800" cy="5029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663440" y="4343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🌤️  Meteorologia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675120" y="4343400"/>
            <a:ext cx="1828800" cy="50292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675120" y="4343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🗺️  Viagens guardadas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NAVEGAÇÃO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Cinco páginas, um fluxo contínuo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48640" y="16459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548640" y="16459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097280" y="155448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/  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097280" y="1819656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Página inicial - apresenta o produto e redireciona para /login ou /search.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2304288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48640" y="23042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097280" y="221284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/login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97280" y="2478024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Login - botão “Entrar com Google”; arranca o fluxo OAuth2.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48640" y="2962656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548640" y="29626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097280" y="287121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/search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097280" y="3136392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Pesquisa - formulário de pesquisa com autocomplete de aeroportos.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8640" y="3621024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48640" y="36210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097280" y="3529584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/resultados?id=...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097280" y="379476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Página de resultados - apresenta hotéis, voos, meteorologia e mapa.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4279392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48640" y="42793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097280" y="418795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/viagens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097280" y="4453128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As minhas viagens - lista de viagens guardadas; apagar com um clique.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nd.png" id="64" name="Google Shape;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01292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548640" y="332725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geral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743200" y="1582959"/>
            <a:ext cx="365760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743200" y="1582959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TravelBuddyController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2743200" y="2104167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377440" y="2323623"/>
            <a:ext cx="4389120" cy="502920"/>
          </a:xfrm>
          <a:prstGeom prst="roundRect">
            <a:avLst>
              <a:gd fmla="val 14545" name="adj"/>
            </a:avLst>
          </a:prstGeom>
          <a:solidFill>
            <a:srgbClr val="2563EB"/>
          </a:solidFill>
          <a:ln>
            <a:noFill/>
          </a:ln>
          <a:effectLst>
            <a:outerShdw blurRad="1143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2377440" y="2323623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TripSearchService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377440" y="2844831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7200" y="3073431"/>
            <a:ext cx="195453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594360" y="3210591"/>
            <a:ext cx="168021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📍  Geocoding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94360" y="3530631"/>
            <a:ext cx="16802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Geoapify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548890" y="3073431"/>
            <a:ext cx="195453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2686050" y="3210591"/>
            <a:ext cx="168021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🏨  Hotéis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686050" y="3530631"/>
            <a:ext cx="16802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Booking.com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640580" y="3073431"/>
            <a:ext cx="195453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777740" y="3210591"/>
            <a:ext cx="168021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🌤️  Meteorologia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777740" y="3530631"/>
            <a:ext cx="16802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OpenWeatherMap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732270" y="3073431"/>
            <a:ext cx="195453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869430" y="3210591"/>
            <a:ext cx="168021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✈️  Voos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869430" y="3530631"/>
            <a:ext cx="16802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Google Flights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FLUXO DE PESQUISA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Pesquisa assíncrona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143000" y="16002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Pesquisa no formulário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143000" y="1929384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utilizador submete cidade, datas e aeroportos (autocomplete via /api/aeroportos) em /search.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48640" y="24231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143000" y="242316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POST /pesquisar gera um UUID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143000" y="2752344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pesquisa é lançada numa thread separada com CompletableFuture - o pedido HTTP não fica bloqueado.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143000" y="324612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Resultado guardado em ResultadoCache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43000" y="3575304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browser é redirecionado de imediato para /resultados?id=UUID, sem esperar pelas APIs externas.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48640" y="4069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143000" y="406908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Polling até estar pronto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43000" y="4398264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/resultados consulta /api/status a cada 1.5s (com efeito shimmer) e renderiza hotéis, voos e meteorologia quando isDone().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Funcionalidades principais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200" y="1188720"/>
            <a:ext cx="3977640" cy="1611630"/>
          </a:xfrm>
          <a:prstGeom prst="roundRect">
            <a:avLst>
              <a:gd fmla="val 567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85800" y="13716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🏨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5800" y="190195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Hotéis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85800" y="2286000"/>
            <a:ext cx="35204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Pesquisa em tempo real via Booking.com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709160" y="1188720"/>
            <a:ext cx="3977640" cy="1611630"/>
          </a:xfrm>
          <a:prstGeom prst="roundRect">
            <a:avLst>
              <a:gd fmla="val 567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937760" y="13716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✈️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937760" y="190195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Voos de ida e regresso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937760" y="2286000"/>
            <a:ext cx="35204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Via Google Flights, os voos de regresso são obtidos a partir do next_token de cada oferta de ida.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3074670"/>
            <a:ext cx="3977640" cy="1611630"/>
          </a:xfrm>
          <a:prstGeom prst="roundRect">
            <a:avLst>
              <a:gd fmla="val 567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85800" y="325755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🌤️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85800" y="378790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Meteorologia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85800" y="4171950"/>
            <a:ext cx="35204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Previsão via OpenWeatherMap para as coordenadas do destino.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709160" y="3074670"/>
            <a:ext cx="3977640" cy="1611630"/>
          </a:xfrm>
          <a:prstGeom prst="roundRect">
            <a:avLst>
              <a:gd fmla="val 567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937760" y="325755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🗺️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937760" y="378790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Viagens guardadas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937760" y="4171950"/>
            <a:ext cx="35204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Histórico de pesquisas guardado por utilizador autenticado, com hotel e voos selecionados.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FICHEIROS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Configuração e Controller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48640" y="1691640"/>
            <a:ext cx="80467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SecurityConfig.java </a:t>
            </a: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- regras de acesso, OAuth2 Google, logout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application.yml </a:t>
            </a: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- configuração centralizada; todas as chaves de API lidas de variáveis de ambiente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TravelBuddyController.java </a:t>
            </a: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- único controller: rotas web + endpoints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548640" y="585216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Camada de serviços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57200" y="1188720"/>
            <a:ext cx="188595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594360" y="1298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🧭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94360" y="1691640"/>
            <a:ext cx="16116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TripSearchService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94360" y="2176272"/>
            <a:ext cx="161163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Orquestra os 4 serviços e agrega tudo num TripResponseDTO.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571750" y="1188720"/>
            <a:ext cx="188595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2708910" y="1298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708910" y="1691640"/>
            <a:ext cx="16116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GeocodingService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708910" y="2176272"/>
            <a:ext cx="161163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Cidade → coordenadas (lat/lon) via Geoapify.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686300" y="1188720"/>
            <a:ext cx="188595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823460" y="1298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🏨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823460" y="1691640"/>
            <a:ext cx="16116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HotelService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823460" y="2176272"/>
            <a:ext cx="161163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Hotéis via Booking.com, com fallback mock.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800850" y="1188720"/>
            <a:ext cx="188595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6938010" y="1298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🌤️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938010" y="1691640"/>
            <a:ext cx="16116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WeatherService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938010" y="2176272"/>
            <a:ext cx="161163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Previsão de 5 dias via OpenWeatherMap.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7200" y="3108960"/>
            <a:ext cx="188595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94360" y="32186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✈️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94360" y="3611880"/>
            <a:ext cx="16116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FlightService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94360" y="4096512"/>
            <a:ext cx="161163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Voos via Google Flights.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Regresso paginado por next_token.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571750" y="3108960"/>
            <a:ext cx="188595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2708910" y="32186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2708910" y="3611880"/>
            <a:ext cx="16116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AeroportoService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708910" y="4096512"/>
            <a:ext cx="161163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Carrega airports.csv em memória no arranque.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686300" y="3108960"/>
            <a:ext cx="188595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823460" y="32186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823460" y="3611880"/>
            <a:ext cx="16116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ResultadoCache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823460" y="4096512"/>
            <a:ext cx="161163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Resultados da pesquisa em memória com TTL de 10 min.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800850" y="3108960"/>
            <a:ext cx="188595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938010" y="32186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938010" y="3611880"/>
            <a:ext cx="16116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ViagemService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938010" y="4096512"/>
            <a:ext cx="161163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CRUD de viagens, isolado sempre por email do utilizador.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FICHEIROS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FICHEIROS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Modelo &amp; DTOs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48640" y="1577340"/>
            <a:ext cx="8046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Viagem.java </a:t>
            </a: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- entidade JPA (tabela viagens); agrega hotel + voo de ida + voo de regresso + meteorologia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TripResponseDTO</a:t>
            </a: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- resultado agregado: coordenadas + hotéis + voos + meteorologia</a:t>
            </a:r>
            <a:endParaRPr sz="16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SearchRequestDTO</a:t>
            </a: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- dados do formulário de pesquisa (cidade, datas, aeroportos)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HotelDTO · VooDTO · MeteorologiaDTO · CoordenadasDTO · AeroportoDTO - DTOs de cada domínio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Integrações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57200" y="1188720"/>
            <a:ext cx="2590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640080" y="13258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40080" y="1755648"/>
            <a:ext cx="222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Autenticação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40080" y="2103120"/>
            <a:ext cx="222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Autenticação via Google OAuth2, sem registo local. Nome, email e foto obtidas a partir do Google.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3276600" y="1188720"/>
            <a:ext cx="2590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3459480" y="13258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459480" y="1755648"/>
            <a:ext cx="222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Geocoding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459480" y="2103120"/>
            <a:ext cx="222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Geoapify converte o nome da cidade em coordenadas (lat/lon) utilizados para o mapa e a meteorologia.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096000" y="1188720"/>
            <a:ext cx="2590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6278880" y="13258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🏨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278880" y="1755648"/>
            <a:ext cx="222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Hotéis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278880" y="2103120"/>
            <a:ext cx="222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Booking.com via RapidAPI: dois pedidos encadeados.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(searchDestination→ searchHotels)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57200" y="3108960"/>
            <a:ext cx="2590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640080" y="32461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🌤️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40080" y="3675888"/>
            <a:ext cx="222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Meteorologia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40080" y="4023360"/>
            <a:ext cx="222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OpenWeatherMap: forecast de 5 dias, usa a 1ª janela de 3 horas disponível.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3276600" y="3108960"/>
            <a:ext cx="2590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3459480" y="32461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✈️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459480" y="3675888"/>
            <a:ext cx="222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Voos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459480" y="4023360"/>
            <a:ext cx="222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Google Flights via RapidAPI: ida e regresso paginados por next_token.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096000" y="3108960"/>
            <a:ext cx="2590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6278880" y="32461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278880" y="3675888"/>
            <a:ext cx="222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Mapa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278880" y="4023360"/>
            <a:ext cx="222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Marcadores OpenStreetMap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Integrações - Base de dados e containers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193757" y="1667816"/>
            <a:ext cx="2873829" cy="1927840"/>
          </a:xfrm>
          <a:prstGeom prst="roundRect">
            <a:avLst>
              <a:gd fmla="val 567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422357" y="1850695"/>
            <a:ext cx="396390" cy="546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🐘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22357" y="2381048"/>
            <a:ext cx="2543504" cy="437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22357" y="2765095"/>
            <a:ext cx="2543504" cy="451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Viagem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(@Entity) é mapeada para a tabela ‘viagens’. </a:t>
            </a:r>
            <a:r>
              <a:rPr b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ViagemRepository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gera as queries a partir do nome dos métodos automaticamente.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3135085" y="1667816"/>
            <a:ext cx="2873829" cy="1927840"/>
          </a:xfrm>
          <a:prstGeom prst="roundRect">
            <a:avLst>
              <a:gd fmla="val 567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3363685" y="1850695"/>
            <a:ext cx="396390" cy="546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🐳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363685" y="2381048"/>
            <a:ext cx="2543504" cy="437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3363685" y="2765095"/>
            <a:ext cx="2543504" cy="451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serviços: postgres (BD), pgAdmin (gestão em localhost:5050) e app (Spring Boot).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076413" y="1667816"/>
            <a:ext cx="2873829" cy="1927840"/>
          </a:xfrm>
          <a:prstGeom prst="roundRect">
            <a:avLst>
              <a:gd fmla="val 5674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889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305013" y="1850695"/>
            <a:ext cx="396390" cy="546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305013" y="2381048"/>
            <a:ext cx="2543504" cy="437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Variáveis de ambiente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305013" y="2765095"/>
            <a:ext cx="2543504" cy="451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Chaves de API, credenciais da BD e OAuth2 injetadas via .env.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Autenticação e isolamento por utilizador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 utilizador nunca cria conta no Travel Buddy, o nome, email e foto vêm sempre do Google (OAuth2)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74151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entidade Viagem agrega hotel, voo de ida, voo de regresso e meteorologia numa única tabela</a:t>
            </a:r>
            <a:endParaRPr sz="155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74151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Isolamento total por utilizador: listar e apagar viagens filtram sempre por emailUtilizador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nd.png" id="244" name="Google Shape;2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3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🖥️  Demonstração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548640" y="15087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Fluxo completo, do login à viagem guardada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548640" y="1965960"/>
            <a:ext cx="8046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50"/>
              <a:buFont typeface="Calibri"/>
              <a:buAutoNum type="arabicPeriod"/>
            </a:pPr>
            <a:r>
              <a:rPr lang="en-US" sz="14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Login com Google - OAuth2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1450"/>
              <a:buFont typeface="Calibri"/>
              <a:buAutoNum type="arabicPeriod"/>
            </a:pPr>
            <a:r>
              <a:rPr lang="en-US" sz="14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Pesquisa de uma cidade, com datas e aeroportos (autocomplete)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1450"/>
              <a:buFont typeface="Calibri"/>
              <a:buAutoNum type="arabicPeriod"/>
            </a:pPr>
            <a:r>
              <a:rPr lang="en-US" sz="14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Resultados: efeito shimmer até estar pronto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1450"/>
              <a:buFont typeface="Calibri"/>
              <a:buAutoNum type="arabicPeriod"/>
            </a:pPr>
            <a:r>
              <a:rPr lang="en-US" sz="14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Hotéis, voos de ida/regresso e meteorologia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1450"/>
              <a:buFont typeface="Calibri"/>
              <a:buAutoNum type="arabicPeriod"/>
            </a:pPr>
            <a:r>
              <a:rPr lang="en-US" sz="14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Selecionar hotel + voos e guardar a viagem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1450"/>
              <a:buFont typeface="Calibri"/>
              <a:buAutoNum type="arabicPeriod"/>
            </a:pPr>
            <a:r>
              <a:rPr lang="en-US" sz="14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Consultar “As minhas viagens”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4" title="demo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1850" y="515475"/>
            <a:ext cx="4612825" cy="34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2026-06-18T13:08:19Z</dcterms:created>
  <dc:creator>Travel Buddy</dc:creator>
</cp:coreProperties>
</file>